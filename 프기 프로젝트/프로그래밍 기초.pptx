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3" r:id="rId8"/>
    <p:sldId id="261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이등변 삼각형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각 삼각형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이등변 삼각형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직선 연결선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각 삼각형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573FB403-32AC-44AE-BE99-8933D361B4BA}" type="datetimeFigureOut">
              <a:rPr lang="ko-KR" altLang="en-US" smtClean="0"/>
              <a:t>2014-12-11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E41542A9-CE90-415C-A364-D04D9F2F3FE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marL="484632" algn="l" rtl="0" eaLnBrk="1" latinLnBrk="1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1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1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1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프로그래밍 기초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설계프로젝</a:t>
            </a:r>
            <a:r>
              <a:rPr lang="ko-KR" altLang="en-US" dirty="0"/>
              <a:t>트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95536" y="3886200"/>
            <a:ext cx="8208912" cy="1752600"/>
          </a:xfrm>
        </p:spPr>
        <p:txBody>
          <a:bodyPr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프리셀</a:t>
            </a:r>
            <a:r>
              <a:rPr lang="en-US" altLang="ko-KR" dirty="0" smtClean="0">
                <a:solidFill>
                  <a:schemeClr val="tx1"/>
                </a:solidFill>
              </a:rPr>
              <a:t>(FREECELL)</a:t>
            </a:r>
          </a:p>
          <a:p>
            <a:endParaRPr lang="en-US" altLang="ko-KR" dirty="0"/>
          </a:p>
          <a:p>
            <a:pPr algn="r"/>
            <a:r>
              <a:rPr lang="en-US" altLang="ko-KR" dirty="0" smtClean="0"/>
              <a:t>	</a:t>
            </a:r>
            <a:r>
              <a:rPr lang="en-US" altLang="ko-KR" dirty="0" smtClean="0">
                <a:solidFill>
                  <a:schemeClr val="tx1"/>
                </a:solidFill>
              </a:rPr>
              <a:t>2014037938 </a:t>
            </a:r>
            <a:r>
              <a:rPr lang="ko-KR" altLang="en-US" dirty="0" smtClean="0">
                <a:solidFill>
                  <a:schemeClr val="tx1"/>
                </a:solidFill>
              </a:rPr>
              <a:t>문용호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34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프리셀</a:t>
            </a:r>
            <a:r>
              <a:rPr lang="en-US" altLang="ko-KR" dirty="0" smtClean="0"/>
              <a:t>(FREECELL)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8136903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23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게임 방법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ko-KR" altLang="en-US" dirty="0" smtClean="0"/>
              <a:t>각각 네 가지 홈 셀에 같은 무늬의 카드 </a:t>
            </a:r>
            <a:r>
              <a:rPr lang="en-US" altLang="ko-KR" dirty="0" smtClean="0"/>
              <a:t>13</a:t>
            </a:r>
            <a:r>
              <a:rPr lang="ko-KR" altLang="en-US" dirty="0" smtClean="0"/>
              <a:t>장으로 이루어진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개의 카드 </a:t>
            </a:r>
            <a:r>
              <a:rPr lang="ko-KR" altLang="en-US" dirty="0" err="1" smtClean="0"/>
              <a:t>스택을</a:t>
            </a:r>
            <a:r>
              <a:rPr lang="ko-KR" altLang="en-US" dirty="0" smtClean="0"/>
              <a:t> 만듭니다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카드 </a:t>
            </a:r>
            <a:r>
              <a:rPr lang="ko-KR" altLang="en-US" dirty="0" err="1" smtClean="0"/>
              <a:t>스택을</a:t>
            </a:r>
            <a:r>
              <a:rPr lang="ko-KR" altLang="en-US" dirty="0" smtClean="0"/>
              <a:t> 다 쌓게 되면 게임에서 승리합니다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셀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카드를 보관할 수 있는 공간</a:t>
            </a:r>
            <a:endParaRPr lang="en-US" altLang="ko-KR" dirty="0" smtClean="0"/>
          </a:p>
          <a:p>
            <a:r>
              <a:rPr lang="ko-KR" altLang="en-US" dirty="0" err="1" smtClean="0"/>
              <a:t>프리셀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카드를 임시로 놓아둘 수 있는 곳</a:t>
            </a:r>
            <a:endParaRPr lang="en-US" altLang="ko-KR" dirty="0" smtClean="0"/>
          </a:p>
          <a:p>
            <a:r>
              <a:rPr lang="ko-KR" altLang="en-US" dirty="0" err="1" smtClean="0"/>
              <a:t>홈셀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게임에 이기기 위해 </a:t>
            </a:r>
            <a:r>
              <a:rPr lang="ko-KR" altLang="en-US" dirty="0" err="1" smtClean="0"/>
              <a:t>스택을</a:t>
            </a:r>
            <a:r>
              <a:rPr lang="ko-KR" altLang="en-US" dirty="0" smtClean="0"/>
              <a:t> 쌓는 곳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664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게임방법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 smtClean="0"/>
              <a:t>각 열의 </a:t>
            </a:r>
            <a:r>
              <a:rPr lang="ko-KR" altLang="en-US" b="1" dirty="0" smtClean="0"/>
              <a:t>맨 아래에 있는 카드</a:t>
            </a:r>
            <a:r>
              <a:rPr lang="ko-KR" altLang="en-US" dirty="0" smtClean="0"/>
              <a:t>를 빼내 다음과 같은 방법으로 옮깁니다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열 →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프리셀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각 </a:t>
            </a:r>
            <a:r>
              <a:rPr lang="ko-KR" altLang="en-US" dirty="0" err="1" smtClean="0"/>
              <a:t>프리셀에는</a:t>
            </a:r>
            <a:r>
              <a:rPr lang="ko-KR" altLang="en-US" b="1" dirty="0" smtClean="0"/>
              <a:t> 하나의 카드</a:t>
            </a:r>
            <a:r>
              <a:rPr lang="ko-KR" altLang="en-US" dirty="0" smtClean="0"/>
              <a:t>만 둘 수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열 → 열 </a:t>
            </a:r>
            <a:r>
              <a:rPr lang="en-US" altLang="ko-KR" dirty="0" smtClean="0"/>
              <a:t>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프리셀</a:t>
            </a:r>
            <a:r>
              <a:rPr lang="ko-KR" altLang="en-US" dirty="0" smtClean="0"/>
              <a:t> → 열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</a:t>
            </a:r>
            <a:r>
              <a:rPr lang="ko-KR" altLang="en-US" dirty="0" smtClean="0"/>
              <a:t>열에는 카드를 </a:t>
            </a:r>
            <a:r>
              <a:rPr lang="ko-KR" altLang="en-US" b="1" dirty="0" smtClean="0"/>
              <a:t>내림차순으로 순서대로 </a:t>
            </a:r>
            <a:r>
              <a:rPr lang="ko-KR" altLang="en-US" dirty="0" smtClean="0"/>
              <a:t>놓아야 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</a:t>
            </a:r>
            <a:r>
              <a:rPr lang="ko-KR" altLang="en-US" dirty="0" err="1" smtClean="0"/>
              <a:t>니다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b="1" dirty="0" smtClean="0"/>
              <a:t>서로 다른 색</a:t>
            </a:r>
            <a:r>
              <a:rPr lang="ko-KR" altLang="en-US" dirty="0" smtClean="0"/>
              <a:t>의 카드를 번갈아 놓아야 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열 → 홈 셀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</a:t>
            </a:r>
            <a:r>
              <a:rPr lang="ko-KR" altLang="en-US" dirty="0" smtClean="0"/>
              <a:t>각 </a:t>
            </a:r>
            <a:r>
              <a:rPr lang="ko-KR" altLang="en-US" dirty="0" err="1" smtClean="0"/>
              <a:t>스택은</a:t>
            </a:r>
            <a:r>
              <a:rPr lang="ko-KR" altLang="en-US" dirty="0" smtClean="0"/>
              <a:t> </a:t>
            </a:r>
            <a:r>
              <a:rPr lang="ko-KR" altLang="en-US" b="1" dirty="0" smtClean="0"/>
              <a:t>에이스로 시작되는 같은 무늬의 카드</a:t>
            </a:r>
            <a:r>
              <a:rPr lang="ko-KR" altLang="en-US" dirty="0" smtClean="0"/>
              <a:t>로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이루어져야 합니다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833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보드 보여주기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C:\Users\yhmoon1\Desktop\보드 보여주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28092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77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보드 </a:t>
            </a:r>
            <a:r>
              <a:rPr lang="ko-KR" altLang="en-US" dirty="0" smtClean="0"/>
              <a:t>보여주기 결과</a:t>
            </a:r>
            <a:endParaRPr lang="ko-KR" altLang="en-US" dirty="0"/>
          </a:p>
        </p:txBody>
      </p:sp>
      <p:pic>
        <p:nvPicPr>
          <p:cNvPr id="1026" name="Picture 2" descr="C:\Users\yhmoon1\Desktop\게임 시작화면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136904" cy="458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67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카드를 </a:t>
            </a:r>
            <a:r>
              <a:rPr lang="ko-KR" altLang="en-US" dirty="0" err="1" smtClean="0"/>
              <a:t>프리셀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홈셀에</a:t>
            </a:r>
            <a:r>
              <a:rPr lang="ko-KR" altLang="en-US" dirty="0" smtClean="0"/>
              <a:t> 넣는 조건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실행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098" name="Picture 2" descr="C:\Users\yhmoon1\Desktop\프리셀 조건 홈셀 조건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208912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69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yhmoon1\Desktop\홈셀에 카드 넣음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03" y="1628800"/>
            <a:ext cx="8208912" cy="456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카드를 </a:t>
            </a:r>
            <a:r>
              <a:rPr lang="ko-KR" altLang="en-US" dirty="0" err="1" smtClean="0"/>
              <a:t>홈셀에</a:t>
            </a:r>
            <a:r>
              <a:rPr lang="ko-KR" altLang="en-US" dirty="0" smtClean="0"/>
              <a:t> 넣는 것 실행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6015" y="4077073"/>
            <a:ext cx="3682751" cy="158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 err="1" smtClean="0"/>
              <a:t>홈셀에</a:t>
            </a:r>
            <a:r>
              <a:rPr lang="ko-KR" altLang="en-US" dirty="0" smtClean="0"/>
              <a:t> 카드를 넣을 때 자동으로 카드가 분류되어서 들어감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2359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카드를 </a:t>
            </a:r>
            <a:r>
              <a:rPr lang="ko-KR" altLang="en-US" dirty="0" err="1" smtClean="0"/>
              <a:t>프리셀에</a:t>
            </a:r>
            <a:r>
              <a:rPr lang="ko-KR" altLang="en-US" dirty="0" smtClean="0"/>
              <a:t> 넣는 것 실행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122" name="Picture 2" descr="C:\Users\yhmoon1\Desktop\프리셀에 카드 옮김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215559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10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프리셀에서</a:t>
            </a:r>
            <a:r>
              <a:rPr lang="ko-KR" altLang="en-US" dirty="0" smtClean="0"/>
              <a:t> 카드를 빼내는 함수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146" name="Picture 2" descr="C:\Users\yhmoon1\Desktop\프리셀에서 카드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82" y="1628800"/>
            <a:ext cx="8207474" cy="453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09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카드 꺼내는 것 실행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170" name="Picture 2" descr="C:\Users\yhmoon1\Desktop\카드 꺼냄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208912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14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열정">
  <a:themeElements>
    <a:clrScheme name="열정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열정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열정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95</TotalTime>
  <Words>171</Words>
  <Application>Microsoft Office PowerPoint</Application>
  <PresentationFormat>화면 슬라이드 쇼(4:3)</PresentationFormat>
  <Paragraphs>32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열정</vt:lpstr>
      <vt:lpstr>프로그래밍 기초 설계프로젝트</vt:lpstr>
      <vt:lpstr>프리셀(FREECELL)</vt:lpstr>
      <vt:lpstr>게임 방법(1)</vt:lpstr>
      <vt:lpstr>게임방법(2)</vt:lpstr>
      <vt:lpstr>보드 보여주기</vt:lpstr>
      <vt:lpstr>보드 보여주기 결과</vt:lpstr>
      <vt:lpstr>카드를 프리셀,홈셀에 넣는 조건 실행</vt:lpstr>
      <vt:lpstr>카드를 홈셀에 넣는 것 실행</vt:lpstr>
      <vt:lpstr>카드를 프리셀에 넣는 것 실행</vt:lpstr>
      <vt:lpstr>프리셀에서 카드를 빼내는 함수</vt:lpstr>
      <vt:lpstr>카드 꺼내는 것 실행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프로그래밍 기초 설계프로젝트</dc:title>
  <dc:creator>yhmoon1</dc:creator>
  <cp:lastModifiedBy>yhmoon1</cp:lastModifiedBy>
  <cp:revision>10</cp:revision>
  <dcterms:created xsi:type="dcterms:W3CDTF">2014-12-10T08:37:06Z</dcterms:created>
  <dcterms:modified xsi:type="dcterms:W3CDTF">2014-12-11T13:03:12Z</dcterms:modified>
</cp:coreProperties>
</file>